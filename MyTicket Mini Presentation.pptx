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2" Type="http://schemas.openxmlformats.org/officeDocument/2006/relationships/font" Target="fonts/Roboto-boldItalic.fntdata"/><Relationship Id="rId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5f79dd73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5f79dd73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5f79dd73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5f79dd73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0" y="0"/>
            <a:ext cx="4101000" cy="97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MyTicket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71025" y="1321950"/>
            <a:ext cx="29784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An event ticketing platform to rival sites like Ticketmaster.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9" name="Google Shape;69;p13" title="Opera Snapshot_2025-12-09_120931_localho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2398" y="0"/>
            <a:ext cx="5321602" cy="250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Opera Snapshot_2025-12-09_121227_localho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4275" y="2639551"/>
            <a:ext cx="5789778" cy="2503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</a:t>
            </a:r>
            <a:endParaRPr/>
          </a:p>
        </p:txBody>
      </p:sp>
      <p:pic>
        <p:nvPicPr>
          <p:cNvPr descr="Ticket Heirachy. TicketType: Defines pricing tiers (VIP, Standard) for an event. Contains Price and TotalCapacity.Ticket: The unique instance purchased by a user. Includes a UniqueBarcode for entry.Order: Aggregates tickets into a single transaction with a TotalAmount and PaymentMethod." id="76" name="Google Shape;76;p14"/>
          <p:cNvPicPr preferRelativeResize="0"/>
          <p:nvPr/>
        </p:nvPicPr>
        <p:blipFill rotWithShape="1">
          <a:blip r:embed="rId3">
            <a:alphaModFix/>
          </a:blip>
          <a:srcRect b="-9270" l="0" r="10602" t="9269"/>
          <a:stretch/>
        </p:blipFill>
        <p:spPr>
          <a:xfrm>
            <a:off x="5696875" y="0"/>
            <a:ext cx="3343775" cy="390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title="Opera Snapshot_2025-12-09_121826_docs.google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26753"/>
            <a:ext cx="7368698" cy="22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Contributions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Tyler: Static pages, presentation,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